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2000" dirty="0"/>
              <a:t>QUIZ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HAMZA </c:v>
                </c:pt>
                <c:pt idx="1">
                  <c:v>SAMI</c:v>
                </c:pt>
                <c:pt idx="2">
                  <c:v>AHMED</c:v>
                </c:pt>
                <c:pt idx="3">
                  <c:v>SARMAD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81-4832-8E00-54B989B52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HAMZA </c:v>
                </c:pt>
                <c:pt idx="1">
                  <c:v>SAMI</c:v>
                </c:pt>
                <c:pt idx="2">
                  <c:v>AHMED</c:v>
                </c:pt>
                <c:pt idx="3">
                  <c:v>SARMAD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81-4832-8E00-54B989B524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URDU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HAMZA </c:v>
                </c:pt>
                <c:pt idx="1">
                  <c:v>SAMI</c:v>
                </c:pt>
                <c:pt idx="2">
                  <c:v>AHMED</c:v>
                </c:pt>
                <c:pt idx="3">
                  <c:v>SARMAD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81-4832-8E00-54B989B52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77732511"/>
        <c:axId val="1577732991"/>
        <c:axId val="0"/>
      </c:bar3DChart>
      <c:catAx>
        <c:axId val="157773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577732991"/>
        <c:crosses val="autoZero"/>
        <c:auto val="1"/>
        <c:lblAlgn val="ctr"/>
        <c:lblOffset val="100"/>
        <c:noMultiLvlLbl val="0"/>
      </c:catAx>
      <c:valAx>
        <c:axId val="157773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57773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F0FE21-CA60-4BF1-A76D-666534A3EBA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24542EEB-0731-4257-8D38-6D57B3D4AD88}">
      <dgm:prSet phldrT="[Text]" phldr="0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INPUT</a:t>
          </a:r>
          <a:endParaRPr lang="en-PK" dirty="0"/>
        </a:p>
      </dgm:t>
    </dgm:pt>
    <dgm:pt modelId="{E84C7C5E-ECAF-4AF4-8C12-4D147E799D1D}" type="parTrans" cxnId="{B6612A4C-B026-4B42-A158-FF5ADBD9495E}">
      <dgm:prSet/>
      <dgm:spPr/>
      <dgm:t>
        <a:bodyPr/>
        <a:lstStyle/>
        <a:p>
          <a:endParaRPr lang="en-PK"/>
        </a:p>
      </dgm:t>
    </dgm:pt>
    <dgm:pt modelId="{7DAA024B-E6C1-440C-95E2-C1B0E3500878}" type="sibTrans" cxnId="{B6612A4C-B026-4B42-A158-FF5ADBD9495E}">
      <dgm:prSet/>
      <dgm:spPr/>
      <dgm:t>
        <a:bodyPr/>
        <a:lstStyle/>
        <a:p>
          <a:endParaRPr lang="en-PK"/>
        </a:p>
      </dgm:t>
    </dgm:pt>
    <dgm:pt modelId="{3D6AFCB3-9E5D-4E29-A252-C2443653402C}">
      <dgm:prSet phldrT="[Text]" phldr="0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PROCESSING</a:t>
          </a:r>
          <a:endParaRPr lang="en-PK" dirty="0"/>
        </a:p>
      </dgm:t>
    </dgm:pt>
    <dgm:pt modelId="{9A369B8E-F8D8-4249-8611-B2A489327B58}" type="parTrans" cxnId="{CEE098DD-8E5A-4EFA-9A67-CFD4D30EC961}">
      <dgm:prSet/>
      <dgm:spPr/>
      <dgm:t>
        <a:bodyPr/>
        <a:lstStyle/>
        <a:p>
          <a:endParaRPr lang="en-PK"/>
        </a:p>
      </dgm:t>
    </dgm:pt>
    <dgm:pt modelId="{2B23886F-8D48-4BD9-A875-34ADA08672EA}" type="sibTrans" cxnId="{CEE098DD-8E5A-4EFA-9A67-CFD4D30EC961}">
      <dgm:prSet/>
      <dgm:spPr/>
      <dgm:t>
        <a:bodyPr/>
        <a:lstStyle/>
        <a:p>
          <a:endParaRPr lang="en-PK"/>
        </a:p>
      </dgm:t>
    </dgm:pt>
    <dgm:pt modelId="{FF88A5E3-F3E1-4A8C-8015-DE95BC273D68}">
      <dgm:prSet phldrT="[Text]" phldr="0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OUTPUT</a:t>
          </a:r>
          <a:endParaRPr lang="en-PK" dirty="0"/>
        </a:p>
      </dgm:t>
    </dgm:pt>
    <dgm:pt modelId="{45B0B585-62CD-4379-AF36-048E8F1965B8}" type="parTrans" cxnId="{94A26F47-1A69-462E-A321-F62A2CC0C76C}">
      <dgm:prSet/>
      <dgm:spPr/>
      <dgm:t>
        <a:bodyPr/>
        <a:lstStyle/>
        <a:p>
          <a:endParaRPr lang="en-PK"/>
        </a:p>
      </dgm:t>
    </dgm:pt>
    <dgm:pt modelId="{37557788-2486-43C9-ADE6-CD12F8B50334}" type="sibTrans" cxnId="{94A26F47-1A69-462E-A321-F62A2CC0C76C}">
      <dgm:prSet/>
      <dgm:spPr/>
      <dgm:t>
        <a:bodyPr/>
        <a:lstStyle/>
        <a:p>
          <a:endParaRPr lang="en-PK"/>
        </a:p>
      </dgm:t>
    </dgm:pt>
    <dgm:pt modelId="{72719895-50BD-4AB6-9DF0-081D21C2C916}" type="pres">
      <dgm:prSet presAssocID="{3FF0FE21-CA60-4BF1-A76D-666534A3EBAA}" presName="CompostProcess" presStyleCnt="0">
        <dgm:presLayoutVars>
          <dgm:dir/>
          <dgm:resizeHandles val="exact"/>
        </dgm:presLayoutVars>
      </dgm:prSet>
      <dgm:spPr/>
    </dgm:pt>
    <dgm:pt modelId="{BCB04A8B-50A3-42D2-B604-55ED91B09E62}" type="pres">
      <dgm:prSet presAssocID="{3FF0FE21-CA60-4BF1-A76D-666534A3EBAA}" presName="arrow" presStyleLbl="bgShp" presStyleIdx="0" presStyleCnt="1"/>
      <dgm:spPr/>
    </dgm:pt>
    <dgm:pt modelId="{C5962620-7C03-474A-91F1-7603CC121EDC}" type="pres">
      <dgm:prSet presAssocID="{3FF0FE21-CA60-4BF1-A76D-666534A3EBAA}" presName="linearProcess" presStyleCnt="0"/>
      <dgm:spPr/>
    </dgm:pt>
    <dgm:pt modelId="{57A4F433-5732-4609-B056-BC0298E2837D}" type="pres">
      <dgm:prSet presAssocID="{24542EEB-0731-4257-8D38-6D57B3D4AD88}" presName="textNode" presStyleLbl="node1" presStyleIdx="0" presStyleCnt="3">
        <dgm:presLayoutVars>
          <dgm:bulletEnabled val="1"/>
        </dgm:presLayoutVars>
      </dgm:prSet>
      <dgm:spPr/>
    </dgm:pt>
    <dgm:pt modelId="{720CB506-4D42-49DE-ABBC-47F8C3D4D8AA}" type="pres">
      <dgm:prSet presAssocID="{7DAA024B-E6C1-440C-95E2-C1B0E3500878}" presName="sibTrans" presStyleCnt="0"/>
      <dgm:spPr/>
    </dgm:pt>
    <dgm:pt modelId="{6E4DD5BD-B5FA-4A55-8EA2-02EC457F2E4D}" type="pres">
      <dgm:prSet presAssocID="{3D6AFCB3-9E5D-4E29-A252-C2443653402C}" presName="textNode" presStyleLbl="node1" presStyleIdx="1" presStyleCnt="3">
        <dgm:presLayoutVars>
          <dgm:bulletEnabled val="1"/>
        </dgm:presLayoutVars>
      </dgm:prSet>
      <dgm:spPr/>
    </dgm:pt>
    <dgm:pt modelId="{1854F788-664C-4C61-BD4B-0B0D2A4B1703}" type="pres">
      <dgm:prSet presAssocID="{2B23886F-8D48-4BD9-A875-34ADA08672EA}" presName="sibTrans" presStyleCnt="0"/>
      <dgm:spPr/>
    </dgm:pt>
    <dgm:pt modelId="{0748DA75-4271-45B6-BF98-AD4395CC27AE}" type="pres">
      <dgm:prSet presAssocID="{FF88A5E3-F3E1-4A8C-8015-DE95BC273D68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4A26F47-1A69-462E-A321-F62A2CC0C76C}" srcId="{3FF0FE21-CA60-4BF1-A76D-666534A3EBAA}" destId="{FF88A5E3-F3E1-4A8C-8015-DE95BC273D68}" srcOrd="2" destOrd="0" parTransId="{45B0B585-62CD-4379-AF36-048E8F1965B8}" sibTransId="{37557788-2486-43C9-ADE6-CD12F8B50334}"/>
    <dgm:cxn modelId="{1A28FE6B-AEC2-4205-A269-FA0E05EFB002}" type="presOf" srcId="{3FF0FE21-CA60-4BF1-A76D-666534A3EBAA}" destId="{72719895-50BD-4AB6-9DF0-081D21C2C916}" srcOrd="0" destOrd="0" presId="urn:microsoft.com/office/officeart/2005/8/layout/hProcess9"/>
    <dgm:cxn modelId="{B6612A4C-B026-4B42-A158-FF5ADBD9495E}" srcId="{3FF0FE21-CA60-4BF1-A76D-666534A3EBAA}" destId="{24542EEB-0731-4257-8D38-6D57B3D4AD88}" srcOrd="0" destOrd="0" parTransId="{E84C7C5E-ECAF-4AF4-8C12-4D147E799D1D}" sibTransId="{7DAA024B-E6C1-440C-95E2-C1B0E3500878}"/>
    <dgm:cxn modelId="{BE1163D0-CE3E-4462-8BEE-BBA05CBF70B5}" type="presOf" srcId="{3D6AFCB3-9E5D-4E29-A252-C2443653402C}" destId="{6E4DD5BD-B5FA-4A55-8EA2-02EC457F2E4D}" srcOrd="0" destOrd="0" presId="urn:microsoft.com/office/officeart/2005/8/layout/hProcess9"/>
    <dgm:cxn modelId="{CEE098DD-8E5A-4EFA-9A67-CFD4D30EC961}" srcId="{3FF0FE21-CA60-4BF1-A76D-666534A3EBAA}" destId="{3D6AFCB3-9E5D-4E29-A252-C2443653402C}" srcOrd="1" destOrd="0" parTransId="{9A369B8E-F8D8-4249-8611-B2A489327B58}" sibTransId="{2B23886F-8D48-4BD9-A875-34ADA08672EA}"/>
    <dgm:cxn modelId="{0590ECE0-E3B4-45EA-927E-3E4404427F98}" type="presOf" srcId="{24542EEB-0731-4257-8D38-6D57B3D4AD88}" destId="{57A4F433-5732-4609-B056-BC0298E2837D}" srcOrd="0" destOrd="0" presId="urn:microsoft.com/office/officeart/2005/8/layout/hProcess9"/>
    <dgm:cxn modelId="{4FB98FE7-C79C-4490-8ED1-70A4D7E788B6}" type="presOf" srcId="{FF88A5E3-F3E1-4A8C-8015-DE95BC273D68}" destId="{0748DA75-4271-45B6-BF98-AD4395CC27AE}" srcOrd="0" destOrd="0" presId="urn:microsoft.com/office/officeart/2005/8/layout/hProcess9"/>
    <dgm:cxn modelId="{8C308109-7A0F-4B0A-B117-00E6FF69233C}" type="presParOf" srcId="{72719895-50BD-4AB6-9DF0-081D21C2C916}" destId="{BCB04A8B-50A3-42D2-B604-55ED91B09E62}" srcOrd="0" destOrd="0" presId="urn:microsoft.com/office/officeart/2005/8/layout/hProcess9"/>
    <dgm:cxn modelId="{6A8C20D5-AB62-496D-967D-89B4CD68DBA5}" type="presParOf" srcId="{72719895-50BD-4AB6-9DF0-081D21C2C916}" destId="{C5962620-7C03-474A-91F1-7603CC121EDC}" srcOrd="1" destOrd="0" presId="urn:microsoft.com/office/officeart/2005/8/layout/hProcess9"/>
    <dgm:cxn modelId="{C3D66883-4123-4DAE-9921-64F060A4C1F2}" type="presParOf" srcId="{C5962620-7C03-474A-91F1-7603CC121EDC}" destId="{57A4F433-5732-4609-B056-BC0298E2837D}" srcOrd="0" destOrd="0" presId="urn:microsoft.com/office/officeart/2005/8/layout/hProcess9"/>
    <dgm:cxn modelId="{CF326117-1FFB-4820-8D2C-B1BDE8AD7A4E}" type="presParOf" srcId="{C5962620-7C03-474A-91F1-7603CC121EDC}" destId="{720CB506-4D42-49DE-ABBC-47F8C3D4D8AA}" srcOrd="1" destOrd="0" presId="urn:microsoft.com/office/officeart/2005/8/layout/hProcess9"/>
    <dgm:cxn modelId="{323262E3-21AC-4261-B4A5-05BD8E9EC680}" type="presParOf" srcId="{C5962620-7C03-474A-91F1-7603CC121EDC}" destId="{6E4DD5BD-B5FA-4A55-8EA2-02EC457F2E4D}" srcOrd="2" destOrd="0" presId="urn:microsoft.com/office/officeart/2005/8/layout/hProcess9"/>
    <dgm:cxn modelId="{514FA70E-C888-4D52-B0C1-5633DBADFBEE}" type="presParOf" srcId="{C5962620-7C03-474A-91F1-7603CC121EDC}" destId="{1854F788-664C-4C61-BD4B-0B0D2A4B1703}" srcOrd="3" destOrd="0" presId="urn:microsoft.com/office/officeart/2005/8/layout/hProcess9"/>
    <dgm:cxn modelId="{42F2A4F5-7731-49BF-AEAE-821DB0AA491E}" type="presParOf" srcId="{C5962620-7C03-474A-91F1-7603CC121EDC}" destId="{0748DA75-4271-45B6-BF98-AD4395CC27AE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04A8B-50A3-42D2-B604-55ED91B09E62}">
      <dsp:nvSpPr>
        <dsp:cNvPr id="0" name=""/>
        <dsp:cNvSpPr/>
      </dsp:nvSpPr>
      <dsp:spPr>
        <a:xfrm>
          <a:off x="609599" y="0"/>
          <a:ext cx="6908800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4F433-5732-4609-B056-BC0298E2837D}">
      <dsp:nvSpPr>
        <dsp:cNvPr id="0" name=""/>
        <dsp:cNvSpPr/>
      </dsp:nvSpPr>
      <dsp:spPr>
        <a:xfrm>
          <a:off x="6190" y="1625600"/>
          <a:ext cx="2567887" cy="2167466"/>
        </a:xfrm>
        <a:prstGeom prst="roundRect">
          <a:avLst/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INPUT</a:t>
          </a:r>
          <a:endParaRPr lang="en-PK" sz="3200" kern="1200" dirty="0"/>
        </a:p>
      </dsp:txBody>
      <dsp:txXfrm>
        <a:off x="111997" y="1731407"/>
        <a:ext cx="2356273" cy="1955852"/>
      </dsp:txXfrm>
    </dsp:sp>
    <dsp:sp modelId="{6E4DD5BD-B5FA-4A55-8EA2-02EC457F2E4D}">
      <dsp:nvSpPr>
        <dsp:cNvPr id="0" name=""/>
        <dsp:cNvSpPr/>
      </dsp:nvSpPr>
      <dsp:spPr>
        <a:xfrm>
          <a:off x="2780056" y="1625600"/>
          <a:ext cx="2567887" cy="2167466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PROCESSING</a:t>
          </a:r>
          <a:endParaRPr lang="en-PK" sz="3200" kern="1200" dirty="0"/>
        </a:p>
      </dsp:txBody>
      <dsp:txXfrm>
        <a:off x="2885863" y="1731407"/>
        <a:ext cx="2356273" cy="1955852"/>
      </dsp:txXfrm>
    </dsp:sp>
    <dsp:sp modelId="{0748DA75-4271-45B6-BF98-AD4395CC27AE}">
      <dsp:nvSpPr>
        <dsp:cNvPr id="0" name=""/>
        <dsp:cNvSpPr/>
      </dsp:nvSpPr>
      <dsp:spPr>
        <a:xfrm>
          <a:off x="5553921" y="1625600"/>
          <a:ext cx="2567887" cy="2167466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OUTPUT</a:t>
          </a:r>
          <a:endParaRPr lang="en-PK" sz="3200" kern="1200" dirty="0"/>
        </a:p>
      </dsp:txBody>
      <dsp:txXfrm>
        <a:off x="5659728" y="1731407"/>
        <a:ext cx="2356273" cy="19558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1071-F9B0-D0B7-166D-587B4CFDB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9C1F1-48C0-1D3E-9812-2A878C319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F1E80-E0BA-CD0F-E7A7-1DBBA06B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D229-4D5D-6DAB-F5AC-91AD0F501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0BD83-215F-6BB9-16D2-55EBC3BC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584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98E7-EEBF-0B28-003E-B0632C45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5380-0AB3-762E-3BED-9FC2253A8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94E96-9600-3F27-71B2-7011A151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3365C-91D9-12A9-88CE-2E414E25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9FAE7-8B2A-8614-7702-96881D27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041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D9DA-D0BE-F814-BB75-6059A993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94CE6-8997-6E13-E6EF-636E7B235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63651-4237-C260-59F0-6E010344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4A81-62AB-B353-68FC-B1F4F0C5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4BE7A-5953-741C-22D0-C8F3485E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366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8F32-CF38-4123-8754-68BA550F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AE6D-FA4B-860A-3E69-82A401BBA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0D11-8355-FF20-D991-B5A9F4540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25861-A519-9284-20B2-A67666B0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C2780-C6A8-4F9E-5045-341287F9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7BAC1-ECAA-657E-935C-0AD55C75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614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097E-EBB7-567B-E8C9-A640889C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7E228-F0B3-8EE1-8C05-DBA01637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AC002-889B-1FD4-5592-EF2C9AE7A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9C2C4-626D-FC86-7727-E345E7B07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342C0-D283-6B8B-759A-EAABE9252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8F643-9532-693C-F1AD-662B1FBF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B69C7-7EFD-32E6-21AE-FD0E9A11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7FE61-4320-F696-3754-33892705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79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BBDE-DB89-F119-B9F6-E7AF122F8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E2B5C-49B9-5E3E-F655-927CEFF0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D004F-BA0D-5ED5-C514-C5B40AF7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FC83B-FA0A-C099-A485-2497D323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683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EFB53-A673-70A7-D1B5-DBAC2687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B09FA-74C7-5F10-FC05-12C8F6DDE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F0EE7-8912-9723-8329-EEEA1C24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074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E868-1389-CF06-C0D0-3E246ED3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AFD41-E429-B889-40BB-D778DCFDA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1A87B-E333-377F-877A-42D3017D4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0152C-4332-2219-DD49-16B095BF8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4D9AE-D887-0F71-D8B0-1B0565BD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149C4-633D-7071-5E82-C6A50C60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762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8D48-184F-4058-DC00-DA0722E2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9A500E-7DA7-0C7A-402D-F63F45B95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2083C-6BA1-9CDE-8312-39937A482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6C2C6-6939-A455-2B8D-2933B324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5457E-7AA4-AFED-274C-FC728D82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737F0-CCD0-9780-01F0-C4B26F23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5865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8E26-ECA3-5373-C799-65D5D10BB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1B6F2-B882-FA5E-AC19-E3469AC4B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5E147-4852-2466-E5A1-A1982D01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38E9-315B-B56C-0DC7-C1E2D7DF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5BFCE-1AB7-082B-B5DB-2EB09C73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876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F16EE1-2B2C-BC4D-5351-57619B46A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5D0A7-C251-04DA-25B3-474F7F321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FBE32-B127-1BF4-04B1-7925A9BD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476BE-B7DB-3FB3-AF6A-38F9B4854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6C9FB-EFF0-13C0-7E14-816AC1C4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3026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FBF30-5B7E-A379-4875-28CF2460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B04C2-EC1C-EE75-0FE3-CFFA7ECE4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A51FF-5D84-0597-8563-DB210D466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2BA06-27EE-4D71-BCDB-1637B1DAD5EC}" type="datetimeFigureOut">
              <a:rPr lang="en-PK" smtClean="0"/>
              <a:t>12/09/2025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18ADB-7AE7-E02D-C8CE-036156153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77D59-E01D-56E4-2FBA-7763FC3C0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EA3B4-005F-47AF-9F8E-BDE23B4EAAA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50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the-key-domains-of-artificial-intelligence-comprehensive-overview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sss.ung.si/doku.php?id=who_invented_a_tificial_intelligence_histo_y_of_ai" TargetMode="Externa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grV3_g9rYY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4A66-7805-543E-01BD-FC8B8BDE6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ARTIFICAL INTELLIGENCE</a:t>
            </a:r>
            <a:endParaRPr lang="en-PK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F5823-2C87-3FE1-2A8C-E045B471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0734" y="5472753"/>
            <a:ext cx="4567451" cy="112610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MUHAMMAD TAHA</a:t>
            </a:r>
            <a:endParaRPr lang="en-PK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588077"/>
      </p:ext>
    </p:extLst>
  </p:cSld>
  <p:clrMapOvr>
    <a:masterClrMapping/>
  </p:clrMapOvr>
  <p:transition spd="slow" advTm="25782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5CD373-3506-7C58-173E-249E06BB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ARTIFICAL INTELLIGENCE</a:t>
            </a:r>
            <a:endParaRPr lang="en-PK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326A68-13E7-0FEE-F5E0-359A2BBED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Artificial Intelligence (AI) is a branch of computer science that focuses on creating machines and software capable of performing tasks that normally require human intelligence. These tasks include learning, reasoning, problem-solving, decision-making, and understanding natural language.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123967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5225F4-4F4B-3BF1-4FBE-0FD75730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Artificial Intelligence (AI)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ACE7DC-0755-1B59-0077-444F052025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2000" y="2142456"/>
            <a:ext cx="5181600" cy="3656482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13AF992-F7E3-E2B5-5CDF-8FDC6D5392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560023" y="2142456"/>
            <a:ext cx="5181600" cy="3656482"/>
          </a:xfrm>
        </p:spPr>
      </p:pic>
    </p:spTree>
    <p:extLst>
      <p:ext uri="{BB962C8B-B14F-4D97-AF65-F5344CB8AC3E}">
        <p14:creationId xmlns:p14="http://schemas.microsoft.com/office/powerpoint/2010/main" val="4196765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A9FFF0-7E8A-54EF-4672-BDD1F92A2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07038"/>
              </p:ext>
            </p:extLst>
          </p:nvPr>
        </p:nvGraphicFramePr>
        <p:xfrm>
          <a:off x="951768" y="2592008"/>
          <a:ext cx="9491259" cy="4152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753">
                  <a:extLst>
                    <a:ext uri="{9D8B030D-6E8A-4147-A177-3AD203B41FA5}">
                      <a16:colId xmlns:a16="http://schemas.microsoft.com/office/drawing/2014/main" val="3275458669"/>
                    </a:ext>
                  </a:extLst>
                </a:gridCol>
                <a:gridCol w="3163753">
                  <a:extLst>
                    <a:ext uri="{9D8B030D-6E8A-4147-A177-3AD203B41FA5}">
                      <a16:colId xmlns:a16="http://schemas.microsoft.com/office/drawing/2014/main" val="2224745148"/>
                    </a:ext>
                  </a:extLst>
                </a:gridCol>
                <a:gridCol w="3163753">
                  <a:extLst>
                    <a:ext uri="{9D8B030D-6E8A-4147-A177-3AD203B41FA5}">
                      <a16:colId xmlns:a16="http://schemas.microsoft.com/office/drawing/2014/main" val="2743472209"/>
                    </a:ext>
                  </a:extLst>
                </a:gridCol>
              </a:tblGrid>
              <a:tr h="1038146">
                <a:tc>
                  <a:txBody>
                    <a:bodyPr/>
                    <a:lstStyle/>
                    <a:p>
                      <a:r>
                        <a:rPr lang="en-US" sz="2800" b="1" dirty="0"/>
                        <a:t>SAP ID </a:t>
                      </a:r>
                      <a:endParaRPr lang="en-PK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NAME </a:t>
                      </a:r>
                      <a:endParaRPr lang="en-PK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SECTION</a:t>
                      </a:r>
                      <a:endParaRPr lang="en-PK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670438"/>
                  </a:ext>
                </a:extLst>
              </a:tr>
              <a:tr h="1038146">
                <a:tc>
                  <a:txBody>
                    <a:bodyPr/>
                    <a:lstStyle/>
                    <a:p>
                      <a:r>
                        <a:rPr lang="en-US" sz="2800" b="0" dirty="0"/>
                        <a:t>5000001413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AHMED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A</a:t>
                      </a:r>
                      <a:endParaRPr lang="en-PK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530269"/>
                  </a:ext>
                </a:extLst>
              </a:tr>
              <a:tr h="1038146">
                <a:tc>
                  <a:txBody>
                    <a:bodyPr/>
                    <a:lstStyle/>
                    <a:p>
                      <a:r>
                        <a:rPr lang="en-US" sz="2800" b="0" dirty="0"/>
                        <a:t>5000005757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HAMZA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D</a:t>
                      </a:r>
                      <a:endParaRPr lang="en-PK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504253"/>
                  </a:ext>
                </a:extLst>
              </a:tr>
              <a:tr h="1038146">
                <a:tc>
                  <a:txBody>
                    <a:bodyPr/>
                    <a:lstStyle/>
                    <a:p>
                      <a:r>
                        <a:rPr lang="en-US" sz="2800" b="0" dirty="0"/>
                        <a:t>5000009876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SAMI</a:t>
                      </a:r>
                      <a:endParaRPr lang="en-PK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/>
                        <a:t>E</a:t>
                      </a:r>
                      <a:endParaRPr lang="en-PK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506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ECDA9AB-20D7-F10A-7772-DCD0D2F75C16}"/>
              </a:ext>
            </a:extLst>
          </p:cNvPr>
          <p:cNvSpPr txBox="1"/>
          <p:nvPr/>
        </p:nvSpPr>
        <p:spPr>
          <a:xfrm>
            <a:off x="2219411" y="979715"/>
            <a:ext cx="6955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Table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2779516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7C4FF-810A-B91E-B77C-DB181D5F4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486" y="1748790"/>
            <a:ext cx="9731829" cy="51092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02B929-F01C-0734-1225-D78366F932C4}"/>
              </a:ext>
            </a:extLst>
          </p:cNvPr>
          <p:cNvSpPr txBox="1"/>
          <p:nvPr/>
        </p:nvSpPr>
        <p:spPr>
          <a:xfrm>
            <a:off x="2667000" y="250371"/>
            <a:ext cx="628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Screenshots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380177677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BE1B225-A2DC-19AF-11D1-CD3C37429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1651751"/>
              </p:ext>
            </p:extLst>
          </p:nvPr>
        </p:nvGraphicFramePr>
        <p:xfrm>
          <a:off x="1846943" y="143933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45F179-B448-92C3-D4F8-8FC5F993C638}"/>
              </a:ext>
            </a:extLst>
          </p:cNvPr>
          <p:cNvSpPr txBox="1"/>
          <p:nvPr/>
        </p:nvSpPr>
        <p:spPr>
          <a:xfrm>
            <a:off x="1934029" y="272143"/>
            <a:ext cx="7166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 Smart Art</a:t>
            </a:r>
            <a:endParaRPr lang="en-PK" sz="4000" b="1" dirty="0"/>
          </a:p>
        </p:txBody>
      </p:sp>
    </p:spTree>
    <p:extLst>
      <p:ext uri="{BB962C8B-B14F-4D97-AF65-F5344CB8AC3E}">
        <p14:creationId xmlns:p14="http://schemas.microsoft.com/office/powerpoint/2010/main" val="6559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World’s Grumpiest Cat I Frozen Planet II I BBC">
            <a:hlinkClick r:id="" action="ppaction://media"/>
            <a:extLst>
              <a:ext uri="{FF2B5EF4-FFF2-40B4-BE49-F238E27FC236}">
                <a16:creationId xmlns:a16="http://schemas.microsoft.com/office/drawing/2014/main" id="{6D9B2318-601B-C4B5-5504-C6E4ED5B35F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65942" y="1649185"/>
            <a:ext cx="9260115" cy="5208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F040DB-A1A0-F51E-AF2C-B3FC83EEDDF1}"/>
              </a:ext>
            </a:extLst>
          </p:cNvPr>
          <p:cNvSpPr txBox="1"/>
          <p:nvPr/>
        </p:nvSpPr>
        <p:spPr>
          <a:xfrm>
            <a:off x="2590799" y="206829"/>
            <a:ext cx="6422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Video</a:t>
            </a:r>
            <a:endParaRPr lang="en-PK" sz="4000" b="1" dirty="0"/>
          </a:p>
        </p:txBody>
      </p:sp>
    </p:spTree>
    <p:extLst>
      <p:ext uri="{BB962C8B-B14F-4D97-AF65-F5344CB8AC3E}">
        <p14:creationId xmlns:p14="http://schemas.microsoft.com/office/powerpoint/2010/main" val="20074182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Audio 2025-09-12 at 11.07.15_756a8c79">
            <a:hlinkClick r:id="" action="ppaction://media"/>
            <a:extLst>
              <a:ext uri="{FF2B5EF4-FFF2-40B4-BE49-F238E27FC236}">
                <a16:creationId xmlns:a16="http://schemas.microsoft.com/office/drawing/2014/main" id="{B6F72989-1F81-E58E-3292-E377E27014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99428" y="2474686"/>
            <a:ext cx="2674257" cy="26742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272684-28B0-5D68-2866-FFDC099362D0}"/>
              </a:ext>
            </a:extLst>
          </p:cNvPr>
          <p:cNvSpPr txBox="1"/>
          <p:nvPr/>
        </p:nvSpPr>
        <p:spPr>
          <a:xfrm>
            <a:off x="3915227" y="5148943"/>
            <a:ext cx="3842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Press  This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DA993-2252-EED5-3665-D25F7C6F8A9E}"/>
              </a:ext>
            </a:extLst>
          </p:cNvPr>
          <p:cNvSpPr txBox="1"/>
          <p:nvPr/>
        </p:nvSpPr>
        <p:spPr>
          <a:xfrm>
            <a:off x="3657600" y="304800"/>
            <a:ext cx="41002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Audio</a:t>
            </a:r>
            <a:endParaRPr lang="en-PK" sz="4000" b="1" dirty="0"/>
          </a:p>
        </p:txBody>
      </p:sp>
    </p:spTree>
    <p:extLst>
      <p:ext uri="{BB962C8B-B14F-4D97-AF65-F5344CB8AC3E}">
        <p14:creationId xmlns:p14="http://schemas.microsoft.com/office/powerpoint/2010/main" val="482715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18D597-1BE7-1DC5-7BE5-A3084E83C9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365759"/>
              </p:ext>
            </p:extLst>
          </p:nvPr>
        </p:nvGraphicFramePr>
        <p:xfrm>
          <a:off x="283029" y="195943"/>
          <a:ext cx="11255827" cy="6368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6587378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EB75-76F8-62A3-D73D-0C7ABA2F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DIFFERENCE</a:t>
            </a:r>
            <a:endParaRPr lang="en-PK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FA386-7F50-16D7-F037-9176242CA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it-IT" dirty="0"/>
              <a:t>CPU</a:t>
            </a:r>
            <a:endParaRPr lang="en-PK" dirty="0"/>
          </a:p>
          <a:p>
            <a:pPr algn="ctr"/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C11F4-F9B8-003F-542D-C5F140A1E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80013" cy="43529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CPU</a:t>
            </a:r>
            <a:r>
              <a:rPr lang="en-US" dirty="0"/>
              <a:t> is the </a:t>
            </a:r>
            <a:r>
              <a:rPr lang="en-US" i="1" dirty="0"/>
              <a:t>brain of the computer</a:t>
            </a:r>
            <a:r>
              <a:rPr lang="en-US" dirty="0"/>
              <a:t>. It performs all the processing of data and instructions. The CPU carries out three main functions:</a:t>
            </a:r>
          </a:p>
          <a:p>
            <a:r>
              <a:rPr lang="en-US" b="1" dirty="0"/>
              <a:t>Fetch</a:t>
            </a:r>
            <a:r>
              <a:rPr lang="en-US" dirty="0"/>
              <a:t> – Takes instructions from memory.</a:t>
            </a:r>
          </a:p>
          <a:p>
            <a:r>
              <a:rPr lang="en-US" b="1" dirty="0"/>
              <a:t>Decode</a:t>
            </a:r>
            <a:r>
              <a:rPr lang="en-US" dirty="0"/>
              <a:t> – Understands the instructions.</a:t>
            </a:r>
          </a:p>
          <a:p>
            <a:r>
              <a:rPr lang="en-US" b="1" dirty="0"/>
              <a:t>Execute</a:t>
            </a:r>
            <a:r>
              <a:rPr lang="en-US" dirty="0"/>
              <a:t> – Performs the required task.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628CF-60A9-9943-D56B-4061DE17D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688"/>
            <a:ext cx="5157787" cy="814387"/>
          </a:xfrm>
        </p:spPr>
        <p:txBody>
          <a:bodyPr>
            <a:normAutofit fontScale="92500" lnSpcReduction="10000"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MOTHER BOARD</a:t>
            </a:r>
          </a:p>
          <a:p>
            <a:pPr algn="ctr"/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26D0D2-AB44-2453-0248-8052F087D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22634" cy="4352924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Motherboard is the </a:t>
            </a:r>
            <a:r>
              <a:rPr lang="en-US" sz="3200" i="1" dirty="0"/>
              <a:t>main circuit board</a:t>
            </a:r>
            <a:r>
              <a:rPr lang="en-US" sz="3200" dirty="0"/>
              <a:t> of the computer. It connects and holds all important components, including the CPU, memory (RAM), storage, input/output devices, and expansion cards.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24841989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5DA2-AA59-9811-3434-2FC79EBD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COMPUTER</a:t>
            </a:r>
            <a:endParaRPr lang="en-PK" b="1" dirty="0"/>
          </a:p>
        </p:txBody>
      </p:sp>
      <p:pic>
        <p:nvPicPr>
          <p:cNvPr id="6" name="Picture Placeholder 5" descr="Woman looking at computer screen">
            <a:extLst>
              <a:ext uri="{FF2B5EF4-FFF2-40B4-BE49-F238E27FC236}">
                <a16:creationId xmlns:a16="http://schemas.microsoft.com/office/drawing/2014/main" id="{4441D26B-98B6-1030-D569-7B5F36B168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8DF26-2672-8CA1-7068-DD32721C6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A computer is an electronic machine that can store, process, and display information. It works according to the instructions given by the user through programs and software. A computer performs four basic functions: input, processing, output, and storage.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443732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218</Words>
  <Application>Microsoft Office PowerPoint</Application>
  <PresentationFormat>Widescreen</PresentationFormat>
  <Paragraphs>38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ARTIFICAL INTELLIGENCE</vt:lpstr>
      <vt:lpstr>ARTIFICAL INTELLIGENCE</vt:lpstr>
      <vt:lpstr>Artificial Intelligence (AI)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</vt:lpstr>
      <vt:lpstr>COMPUTER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Taha</dc:creator>
  <cp:lastModifiedBy>Muhammad Taha</cp:lastModifiedBy>
  <cp:revision>1</cp:revision>
  <dcterms:created xsi:type="dcterms:W3CDTF">2025-09-12T05:49:00Z</dcterms:created>
  <dcterms:modified xsi:type="dcterms:W3CDTF">2025-09-12T06:35:18Z</dcterms:modified>
</cp:coreProperties>
</file>