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64" r:id="rId5"/>
    <p:sldId id="258" r:id="rId6"/>
    <p:sldId id="259" r:id="rId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4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F7C6-B850-B009-AF73-1576B8364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53429-A305-893E-806E-B933807D5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A4617-EF8B-0C14-8BA6-1933D4A61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D2B07-C78A-5A5F-333A-687F0637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455DC-ABEE-E465-AFA5-4F429C00F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6633847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5CBD-0DF4-0D94-DCF5-13815B8AF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E72E6-00D9-D27B-806F-52263D6C6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ACFB7-EF06-4CBD-070A-E8CC98EC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CAD97-6F54-B844-52A3-F5BC2591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08D3D-B8A5-4FFD-4FDF-C79F372D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0131252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3342-B016-6278-CC29-3121BAC4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60FC3-EB97-2765-E992-1A418921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33981-E69D-A51A-DCAF-FCFCABB67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65B38-BFE7-13F8-C807-5C1CA5550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71FA0-861C-7BD7-B5D3-85DE2E22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3177969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6B11-14FF-B4E1-5419-E97048D0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22326-664F-587A-8872-5328D2F85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33E00-B423-E6EC-BF3A-2083227EA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DF7DF-A803-4211-3A97-1FBF3600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FE180-3E17-5650-DA94-52EE4B0B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6DA4F-1B01-C897-43BF-704D9BF7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15025070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21245-DA5B-9273-78A7-D741B70B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7C9C7-8538-DFC0-B829-38AA79376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8E7F3-FC1B-4FA7-0FE1-DAD1CCD04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D3E36-F630-FB20-4EC8-3997BF996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8BED2-BD98-757F-1EC8-8B5F25829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BBCF40-45E8-158A-766E-C3A0634C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C1183-7F8B-8D0F-EA49-72B53497A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A8CE78-88C0-4117-FB15-184A0A621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607436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8D7CB-41C7-CF64-9721-2B7F6FFB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09E83-8845-B8CF-BB78-ACAFA803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EF287-642E-6DC4-6212-86284AEE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FB36C-3911-59F7-D0EF-309BC5C1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1316600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DA353D-6D98-EBB6-0C99-13AD5E2C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77B57C-8F95-A81B-DD33-57E572DB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2A749-ECF5-28B1-4A79-C4F83E90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3477667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BB4B-F2D2-1E66-8276-BA4AF3B79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9DB1C-CFEB-0939-7D38-388FB8ABA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9982D-E78D-A526-E301-A10B69DCD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6DADB-CA26-8307-7E6C-0A61B5FA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3A87B-46E6-1781-4EB5-800BFB71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BEE6E-C9A9-72B2-90D6-D08588DDA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7530395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CB1F-D13A-3F83-8463-0874CC21B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A17A0-FC4A-7A98-E69E-4905EB038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FD69B-72CA-E50E-1A7C-D64A1917F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10F0B-3146-37E6-A5B6-F61B401D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0ADCE-F2A4-D4D3-C952-A05FBBF64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18776-204F-C3C2-404E-982D5267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88236318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2581-A22C-66F1-12EE-7FF3F03A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3DE05-29DD-0E6C-35F1-29B0F1723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99478-0D2F-2F3E-DA84-5219F807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5DF27-4A9B-0179-2632-0F7DC646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47C8F-0511-5C99-C981-27E913F1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9496209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D7027-5912-C9B9-CA2A-52AFA9F0A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D59ED-161E-FD28-7DDF-0FF035AAC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65B39-AC8B-2A81-3DEB-4582AD1D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63EAE-737B-4559-566D-121CFF9CB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D574E-1C34-B47C-263F-2F04DE84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34205646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97CB3-1D70-DB45-75A9-39084103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09C04-1EDA-3C96-AD19-1E295BB2D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C8BD8-5681-8968-51A1-99D8EB5D5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5BC31-7FD6-4A6D-951D-7F9DAE5F6989}" type="datetimeFigureOut">
              <a:rPr lang="en-PK" smtClean="0"/>
              <a:t>23/09/2025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C21B8-E2E4-BEDD-AAC0-55C538F37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81429-88C2-4331-C8EB-F7A211483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C0562-9478-4243-8CE2-F756BA0157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505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" Target="slide5.xml"/><Relationship Id="rId7" Type="http://schemas.openxmlformats.org/officeDocument/2006/relationships/image" Target="../media/image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wav"/><Relationship Id="rId5" Type="http://schemas.openxmlformats.org/officeDocument/2006/relationships/slide" Target="slide6.xml"/><Relationship Id="rId4" Type="http://schemas.openxmlformats.org/officeDocument/2006/relationships/audio" Target="../media/audio4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7F6122-9A99-2859-FE04-B84B3DED43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5BF93D-BCEE-C44B-7EF3-A8513F074899}"/>
              </a:ext>
            </a:extLst>
          </p:cNvPr>
          <p:cNvSpPr txBox="1"/>
          <p:nvPr/>
        </p:nvSpPr>
        <p:spPr>
          <a:xfrm>
            <a:off x="566057" y="250371"/>
            <a:ext cx="1068977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dirty="0"/>
          </a:p>
          <a:p>
            <a:pPr algn="ctr"/>
            <a:endParaRPr lang="en-US" sz="4400" dirty="0"/>
          </a:p>
          <a:p>
            <a:pPr algn="ctr"/>
            <a:endParaRPr lang="en-US" sz="4400" dirty="0"/>
          </a:p>
          <a:p>
            <a:pPr algn="ctr"/>
            <a:endParaRPr lang="en-US" sz="4400" dirty="0"/>
          </a:p>
          <a:p>
            <a:pPr algn="ctr"/>
            <a:r>
              <a:rPr lang="en-US" sz="4400" dirty="0"/>
              <a:t>WELCOME TO MAZE GAME</a:t>
            </a:r>
          </a:p>
          <a:p>
            <a:pPr algn="r"/>
            <a:endParaRPr lang="en-US" sz="4400" dirty="0"/>
          </a:p>
          <a:p>
            <a:pPr algn="r"/>
            <a:endParaRPr lang="en-US" sz="4400" dirty="0"/>
          </a:p>
          <a:p>
            <a:pPr algn="r"/>
            <a:endParaRPr lang="en-US" sz="4400" dirty="0"/>
          </a:p>
          <a:p>
            <a:pPr algn="r"/>
            <a:r>
              <a:rPr lang="en-US" sz="3600" dirty="0"/>
              <a:t>Made by: Muhammad Taha</a:t>
            </a:r>
          </a:p>
        </p:txBody>
      </p:sp>
    </p:spTree>
    <p:extLst>
      <p:ext uri="{BB962C8B-B14F-4D97-AF65-F5344CB8AC3E}">
        <p14:creationId xmlns:p14="http://schemas.microsoft.com/office/powerpoint/2010/main" val="4214508532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46E519-7E76-FD46-CAA1-0D8BA6816D54}"/>
              </a:ext>
            </a:extLst>
          </p:cNvPr>
          <p:cNvSpPr txBox="1"/>
          <p:nvPr/>
        </p:nvSpPr>
        <p:spPr>
          <a:xfrm>
            <a:off x="598715" y="119742"/>
            <a:ext cx="109945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Instructions:</a:t>
            </a:r>
          </a:p>
          <a:p>
            <a:endParaRPr lang="en-US" sz="3200" b="1" dirty="0"/>
          </a:p>
          <a:p>
            <a:pPr marL="514350" indent="-514350">
              <a:buFont typeface="+mj-lt"/>
              <a:buAutoNum type="arabicParenR"/>
            </a:pPr>
            <a:r>
              <a:rPr lang="en-US" sz="3200" dirty="0"/>
              <a:t>Click the start button to start the game.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/>
              <a:t>Cross the path with the help of cursor.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/>
              <a:t>Move Away the cursor from hurdles.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4)  Press the “click here” button to open the path.</a:t>
            </a:r>
          </a:p>
          <a:p>
            <a:r>
              <a:rPr lang="en-US" sz="3200" dirty="0"/>
              <a:t>5)  Complete the path and then press the trophy button.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54FE1724-84F2-1394-00FA-D029B4287239}"/>
              </a:ext>
            </a:extLst>
          </p:cNvPr>
          <p:cNvSpPr/>
          <p:nvPr/>
        </p:nvSpPr>
        <p:spPr>
          <a:xfrm>
            <a:off x="7337102" y="2135678"/>
            <a:ext cx="1118182" cy="968824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rgbClr val="FF0000"/>
              </a:solidFill>
            </a:endParaRPr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3916AC55-68EF-FC42-AE0C-858FB9812532}"/>
              </a:ext>
            </a:extLst>
          </p:cNvPr>
          <p:cNvSpPr/>
          <p:nvPr/>
        </p:nvSpPr>
        <p:spPr>
          <a:xfrm>
            <a:off x="8701069" y="2013857"/>
            <a:ext cx="1219200" cy="1415143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EA659124-2904-6366-E3F8-55DD9162BB7E}"/>
              </a:ext>
            </a:extLst>
          </p:cNvPr>
          <p:cNvSpPr/>
          <p:nvPr/>
        </p:nvSpPr>
        <p:spPr>
          <a:xfrm>
            <a:off x="10035167" y="1894835"/>
            <a:ext cx="1275609" cy="1450510"/>
          </a:xfrm>
          <a:prstGeom prst="mathPlus">
            <a:avLst/>
          </a:prstGeom>
          <a:solidFill>
            <a:srgbClr val="FF0000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56641605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676971-E4D8-E8EA-24B2-405A80BEF9A7}"/>
              </a:ext>
            </a:extLst>
          </p:cNvPr>
          <p:cNvSpPr txBox="1"/>
          <p:nvPr/>
        </p:nvSpPr>
        <p:spPr>
          <a:xfrm>
            <a:off x="2129051" y="709684"/>
            <a:ext cx="779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Maze</a:t>
            </a:r>
            <a:r>
              <a:rPr lang="en-US" sz="3600" b="1" dirty="0"/>
              <a:t> </a:t>
            </a:r>
            <a:r>
              <a:rPr lang="en-US" sz="5400" b="1" dirty="0"/>
              <a:t>Game</a:t>
            </a:r>
            <a:endParaRPr lang="en-PK" sz="3600" b="1" dirty="0"/>
          </a:p>
        </p:txBody>
      </p:sp>
      <p:sp>
        <p:nvSpPr>
          <p:cNvPr id="5" name="Cloud 4">
            <a:hlinkClick r:id="rId2" action="ppaction://hlinksldjump"/>
            <a:extLst>
              <a:ext uri="{FF2B5EF4-FFF2-40B4-BE49-F238E27FC236}">
                <a16:creationId xmlns:a16="http://schemas.microsoft.com/office/drawing/2014/main" id="{EA39D6B8-5486-5ABC-C06D-F570E0A629CF}"/>
              </a:ext>
            </a:extLst>
          </p:cNvPr>
          <p:cNvSpPr/>
          <p:nvPr/>
        </p:nvSpPr>
        <p:spPr>
          <a:xfrm>
            <a:off x="341194" y="4435522"/>
            <a:ext cx="3575713" cy="2047164"/>
          </a:xfrm>
          <a:prstGeom prst="cloud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Start</a:t>
            </a:r>
            <a:endParaRPr lang="en-PK" sz="3200" b="1" dirty="0"/>
          </a:p>
        </p:txBody>
      </p:sp>
      <p:sp>
        <p:nvSpPr>
          <p:cNvPr id="6" name="Cloud 5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D242DD5-0823-1B3F-4D42-331118494D56}"/>
              </a:ext>
            </a:extLst>
          </p:cNvPr>
          <p:cNvSpPr/>
          <p:nvPr/>
        </p:nvSpPr>
        <p:spPr>
          <a:xfrm>
            <a:off x="8134065" y="4435522"/>
            <a:ext cx="3575713" cy="2047164"/>
          </a:xfrm>
          <a:prstGeom prst="cloud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Exit</a:t>
            </a:r>
            <a:r>
              <a:rPr lang="en-US" sz="4000" b="1" dirty="0"/>
              <a:t> </a:t>
            </a:r>
            <a:endParaRPr lang="en-PK" sz="4000" b="1" dirty="0"/>
          </a:p>
        </p:txBody>
      </p:sp>
    </p:spTree>
    <p:extLst>
      <p:ext uri="{BB962C8B-B14F-4D97-AF65-F5344CB8AC3E}">
        <p14:creationId xmlns:p14="http://schemas.microsoft.com/office/powerpoint/2010/main" val="509891380"/>
      </p:ext>
    </p:extLst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4BF66-8F42-14F5-89ED-B6ABDB717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806705-9DE1-3002-C2BE-3F44210C698D}"/>
              </a:ext>
            </a:extLst>
          </p:cNvPr>
          <p:cNvSpPr/>
          <p:nvPr/>
        </p:nvSpPr>
        <p:spPr>
          <a:xfrm>
            <a:off x="-111784" y="10875"/>
            <a:ext cx="12303784" cy="683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E2FC861C-6DC1-6228-9F8D-92A40D028B86}"/>
              </a:ext>
            </a:extLst>
          </p:cNvPr>
          <p:cNvSpPr/>
          <p:nvPr/>
        </p:nvSpPr>
        <p:spPr>
          <a:xfrm>
            <a:off x="0" y="0"/>
            <a:ext cx="12192000" cy="5769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hlinkClick r:id="rId3" action="ppaction://hlinksldjump">
              <a:snd r:embed="rId4" name="explode.wav"/>
            </a:hlinkClick>
            <a:extLst>
              <a:ext uri="{FF2B5EF4-FFF2-40B4-BE49-F238E27FC236}">
                <a16:creationId xmlns:a16="http://schemas.microsoft.com/office/drawing/2014/main" id="{53CE31E7-EEFD-CB6C-0A84-27F6DD674BD2}"/>
              </a:ext>
            </a:extLst>
          </p:cNvPr>
          <p:cNvSpPr/>
          <p:nvPr/>
        </p:nvSpPr>
        <p:spPr>
          <a:xfrm rot="16200000" flipV="1">
            <a:off x="8451293" y="3117294"/>
            <a:ext cx="6858000" cy="6234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hlinkHover r:id="rId3" action="ppaction://hlinksldjump">
              <a:snd r:embed="rId4" name="explode.wav"/>
            </a:hlinkHover>
            <a:extLst>
              <a:ext uri="{FF2B5EF4-FFF2-40B4-BE49-F238E27FC236}">
                <a16:creationId xmlns:a16="http://schemas.microsoft.com/office/drawing/2014/main" id="{E2E065CC-9F88-4865-40A2-8E91F62A8F9C}"/>
              </a:ext>
            </a:extLst>
          </p:cNvPr>
          <p:cNvSpPr/>
          <p:nvPr/>
        </p:nvSpPr>
        <p:spPr>
          <a:xfrm rot="16200000" flipV="1">
            <a:off x="-3229077" y="3117293"/>
            <a:ext cx="6858000" cy="6234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hlinkHover r:id="rId3" action="ppaction://hlinksldjump">
              <a:snd r:embed="rId4" name="explode.wav"/>
            </a:hlinkHover>
            <a:extLst>
              <a:ext uri="{FF2B5EF4-FFF2-40B4-BE49-F238E27FC236}">
                <a16:creationId xmlns:a16="http://schemas.microsoft.com/office/drawing/2014/main" id="{C94CF80C-99E6-2982-A5ED-F80534C4943E}"/>
              </a:ext>
            </a:extLst>
          </p:cNvPr>
          <p:cNvSpPr/>
          <p:nvPr/>
        </p:nvSpPr>
        <p:spPr>
          <a:xfrm>
            <a:off x="0" y="6281056"/>
            <a:ext cx="12192000" cy="5769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Rectangle 10">
            <a:hlinkHover r:id="rId3" action="ppaction://hlinksldjump"/>
            <a:extLst>
              <a:ext uri="{FF2B5EF4-FFF2-40B4-BE49-F238E27FC236}">
                <a16:creationId xmlns:a16="http://schemas.microsoft.com/office/drawing/2014/main" id="{67680D09-B5F8-F0A4-8FC2-80FD90F4A1EB}"/>
              </a:ext>
            </a:extLst>
          </p:cNvPr>
          <p:cNvSpPr/>
          <p:nvPr/>
        </p:nvSpPr>
        <p:spPr>
          <a:xfrm rot="5400000">
            <a:off x="568974" y="1501688"/>
            <a:ext cx="2373099" cy="545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Rectangle 12">
            <a:hlinkHover r:id="rId3" action="ppaction://hlinksldjump">
              <a:snd r:embed="rId4" name="explode.wav"/>
            </a:hlinkHover>
            <a:extLst>
              <a:ext uri="{FF2B5EF4-FFF2-40B4-BE49-F238E27FC236}">
                <a16:creationId xmlns:a16="http://schemas.microsoft.com/office/drawing/2014/main" id="{F97AEA86-18C6-6C2C-1079-2EA8BED3C12D}"/>
              </a:ext>
            </a:extLst>
          </p:cNvPr>
          <p:cNvSpPr/>
          <p:nvPr/>
        </p:nvSpPr>
        <p:spPr>
          <a:xfrm rot="5400000">
            <a:off x="1808816" y="5060393"/>
            <a:ext cx="2253347" cy="6234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EF25BD-AB44-2ADA-6940-E977357BC6A0}"/>
              </a:ext>
            </a:extLst>
          </p:cNvPr>
          <p:cNvGrpSpPr/>
          <p:nvPr/>
        </p:nvGrpSpPr>
        <p:grpSpPr>
          <a:xfrm>
            <a:off x="4090107" y="1507665"/>
            <a:ext cx="623413" cy="4773390"/>
            <a:chOff x="3637814" y="1572983"/>
            <a:chExt cx="623413" cy="477339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3539B1-30AC-DB0B-82DB-F5435B20554D}"/>
                </a:ext>
              </a:extLst>
            </p:cNvPr>
            <p:cNvSpPr/>
            <p:nvPr/>
          </p:nvSpPr>
          <p:spPr>
            <a:xfrm rot="5400000">
              <a:off x="2822847" y="2654646"/>
              <a:ext cx="2253347" cy="62341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133DC7F-598B-48D6-A548-C33CFAA5ED6E}"/>
                </a:ext>
              </a:extLst>
            </p:cNvPr>
            <p:cNvSpPr/>
            <p:nvPr/>
          </p:nvSpPr>
          <p:spPr>
            <a:xfrm rot="5400000">
              <a:off x="2822848" y="4907994"/>
              <a:ext cx="2253347" cy="62341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6" name="Rectangle 15">
              <a:hlinkClick r:id="rId3" action="ppaction://hlinksldjump">
                <a:snd r:embed="rId4" name="explode.wav"/>
              </a:hlinkClick>
              <a:extLst>
                <a:ext uri="{FF2B5EF4-FFF2-40B4-BE49-F238E27FC236}">
                  <a16:creationId xmlns:a16="http://schemas.microsoft.com/office/drawing/2014/main" id="{896B5661-CA84-6BA1-EE18-4A495A05C67E}"/>
                </a:ext>
              </a:extLst>
            </p:cNvPr>
            <p:cNvSpPr/>
            <p:nvPr/>
          </p:nvSpPr>
          <p:spPr>
            <a:xfrm rot="5400000">
              <a:off x="2822846" y="2387951"/>
              <a:ext cx="2253347" cy="62341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18" name="Rectangle 17">
            <a:hlinkClick r:id="rId3" action="ppaction://hlinksldjump">
              <a:snd r:embed="rId4" name="explode.wav"/>
            </a:hlinkClick>
            <a:extLst>
              <a:ext uri="{FF2B5EF4-FFF2-40B4-BE49-F238E27FC236}">
                <a16:creationId xmlns:a16="http://schemas.microsoft.com/office/drawing/2014/main" id="{48307C11-D222-A2FC-CE48-0266F5B32F50}"/>
              </a:ext>
            </a:extLst>
          </p:cNvPr>
          <p:cNvSpPr/>
          <p:nvPr/>
        </p:nvSpPr>
        <p:spPr>
          <a:xfrm rot="5400000">
            <a:off x="3707576" y="1779278"/>
            <a:ext cx="4082149" cy="545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 19">
            <a:hlinkHover r:id="rId3" action="ppaction://hlinksldjump">
              <a:snd r:embed="rId4" name="explode.wav"/>
            </a:hlinkHover>
            <a:extLst>
              <a:ext uri="{FF2B5EF4-FFF2-40B4-BE49-F238E27FC236}">
                <a16:creationId xmlns:a16="http://schemas.microsoft.com/office/drawing/2014/main" id="{6AC662B4-69D3-E36F-B366-D8632248EF10}"/>
              </a:ext>
            </a:extLst>
          </p:cNvPr>
          <p:cNvSpPr/>
          <p:nvPr/>
        </p:nvSpPr>
        <p:spPr>
          <a:xfrm rot="5400000">
            <a:off x="5944127" y="3972753"/>
            <a:ext cx="4082149" cy="545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7046A06-EC60-8EAF-B062-99B72B007762}"/>
              </a:ext>
            </a:extLst>
          </p:cNvPr>
          <p:cNvSpPr/>
          <p:nvPr/>
        </p:nvSpPr>
        <p:spPr>
          <a:xfrm>
            <a:off x="827405" y="5105400"/>
            <a:ext cx="1374922" cy="107768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 </a:t>
            </a:r>
            <a:endParaRPr lang="en-PK" sz="2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Star: 5 Points 23">
            <a:hlinkHover r:id="rId3" action="ppaction://hlinksldjump">
              <a:snd r:embed="rId4" name="explode.wav"/>
            </a:hlinkHover>
            <a:extLst>
              <a:ext uri="{FF2B5EF4-FFF2-40B4-BE49-F238E27FC236}">
                <a16:creationId xmlns:a16="http://schemas.microsoft.com/office/drawing/2014/main" id="{DA5B6104-C102-27FD-EBE8-8BA9981D9D43}"/>
              </a:ext>
            </a:extLst>
          </p:cNvPr>
          <p:cNvSpPr/>
          <p:nvPr/>
        </p:nvSpPr>
        <p:spPr>
          <a:xfrm>
            <a:off x="2471188" y="3276600"/>
            <a:ext cx="1118182" cy="968824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rgbClr val="FF0000"/>
              </a:solidFill>
            </a:endParaRPr>
          </a:p>
        </p:txBody>
      </p:sp>
      <p:sp>
        <p:nvSpPr>
          <p:cNvPr id="25" name="Multiplication Sign 24">
            <a:hlinkHover r:id="rId3" action="ppaction://hlinksldjump">
              <a:snd r:embed="rId4" name="explode.wav"/>
            </a:hlinkHover>
            <a:extLst>
              <a:ext uri="{FF2B5EF4-FFF2-40B4-BE49-F238E27FC236}">
                <a16:creationId xmlns:a16="http://schemas.microsoft.com/office/drawing/2014/main" id="{80CE48FA-BACC-A907-905B-D473914B406D}"/>
              </a:ext>
            </a:extLst>
          </p:cNvPr>
          <p:cNvSpPr/>
          <p:nvPr/>
        </p:nvSpPr>
        <p:spPr>
          <a:xfrm>
            <a:off x="5990526" y="2898320"/>
            <a:ext cx="1219200" cy="1415143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6" name="Plus Sign 25">
            <a:hlinkHover r:id="rId3" action="ppaction://hlinksldjump">
              <a:snd r:embed="rId4" name="explode.wav"/>
            </a:hlinkHover>
            <a:extLst>
              <a:ext uri="{FF2B5EF4-FFF2-40B4-BE49-F238E27FC236}">
                <a16:creationId xmlns:a16="http://schemas.microsoft.com/office/drawing/2014/main" id="{3841D3D2-2D13-4D70-E966-C7F3540D06A1}"/>
              </a:ext>
            </a:extLst>
          </p:cNvPr>
          <p:cNvSpPr/>
          <p:nvPr/>
        </p:nvSpPr>
        <p:spPr>
          <a:xfrm>
            <a:off x="7607653" y="530674"/>
            <a:ext cx="1275609" cy="1113051"/>
          </a:xfrm>
          <a:prstGeom prst="mathPlus">
            <a:avLst/>
          </a:prstGeom>
          <a:solidFill>
            <a:srgbClr val="FF0000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0" name="Picture 9">
            <a:hlinkClick r:id="rId5" action="ppaction://hlinksldjump">
              <a:snd r:embed="rId6" name="applause.wav"/>
            </a:hlinkClick>
            <a:extLst>
              <a:ext uri="{FF2B5EF4-FFF2-40B4-BE49-F238E27FC236}">
                <a16:creationId xmlns:a16="http://schemas.microsoft.com/office/drawing/2014/main" id="{896E98AB-1922-AE65-FACF-047C87DBD0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233" y="4412623"/>
            <a:ext cx="1414276" cy="181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532757"/>
      </p:ext>
    </p:extLst>
  </p:cSld>
  <p:clrMapOvr>
    <a:masterClrMapping/>
  </p:clrMapOvr>
  <p:transition advClick="0"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26A0A1-5C11-5008-A518-D4942B3497BC}"/>
              </a:ext>
            </a:extLst>
          </p:cNvPr>
          <p:cNvSpPr txBox="1"/>
          <p:nvPr/>
        </p:nvSpPr>
        <p:spPr>
          <a:xfrm>
            <a:off x="2695074" y="449179"/>
            <a:ext cx="6785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You’ve lost</a:t>
            </a:r>
            <a:endParaRPr lang="en-PK" sz="5400" b="1" dirty="0"/>
          </a:p>
        </p:txBody>
      </p:sp>
      <p:sp>
        <p:nvSpPr>
          <p:cNvPr id="3" name="Cloud 2">
            <a:hlinkClick r:id="rId3" action="ppaction://hlinksldjump"/>
            <a:extLst>
              <a:ext uri="{FF2B5EF4-FFF2-40B4-BE49-F238E27FC236}">
                <a16:creationId xmlns:a16="http://schemas.microsoft.com/office/drawing/2014/main" id="{1AFCC02C-9C4D-5722-E427-18553577A9C0}"/>
              </a:ext>
            </a:extLst>
          </p:cNvPr>
          <p:cNvSpPr/>
          <p:nvPr/>
        </p:nvSpPr>
        <p:spPr>
          <a:xfrm>
            <a:off x="286603" y="4326340"/>
            <a:ext cx="2524836" cy="208248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Try again</a:t>
            </a:r>
            <a:endParaRPr lang="en-PK" sz="3600" b="1" dirty="0"/>
          </a:p>
        </p:txBody>
      </p:sp>
      <p:sp>
        <p:nvSpPr>
          <p:cNvPr id="4" name="Cloud 3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6B2C822-F945-1706-4F74-F67112227DF7}"/>
              </a:ext>
            </a:extLst>
          </p:cNvPr>
          <p:cNvSpPr/>
          <p:nvPr/>
        </p:nvSpPr>
        <p:spPr>
          <a:xfrm>
            <a:off x="9380561" y="4326340"/>
            <a:ext cx="2524836" cy="208248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Exit </a:t>
            </a:r>
            <a:endParaRPr lang="en-PK" sz="4400" b="1" dirty="0"/>
          </a:p>
        </p:txBody>
      </p:sp>
    </p:spTree>
    <p:extLst>
      <p:ext uri="{BB962C8B-B14F-4D97-AF65-F5344CB8AC3E}">
        <p14:creationId xmlns:p14="http://schemas.microsoft.com/office/powerpoint/2010/main" val="3255650098"/>
      </p:ext>
    </p:extLst>
  </p:cSld>
  <p:clrMapOvr>
    <a:masterClrMapping/>
  </p:clrMapOvr>
  <p:transition advClick="0">
    <p:sndAc>
      <p:stSnd>
        <p:snd r:embed="rId2" name="explode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99B97-FD5B-0330-C0C2-131A6F9B7B6D}"/>
              </a:ext>
            </a:extLst>
          </p:cNvPr>
          <p:cNvSpPr txBox="1"/>
          <p:nvPr/>
        </p:nvSpPr>
        <p:spPr>
          <a:xfrm>
            <a:off x="3248167" y="272955"/>
            <a:ext cx="57730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You’ve won!</a:t>
            </a:r>
            <a:endParaRPr lang="en-PK" sz="5400" b="1" dirty="0"/>
          </a:p>
        </p:txBody>
      </p:sp>
      <p:sp>
        <p:nvSpPr>
          <p:cNvPr id="3" name="Cloud 2">
            <a:hlinkClick r:id="rId2" action="ppaction://hlinksldjump"/>
            <a:extLst>
              <a:ext uri="{FF2B5EF4-FFF2-40B4-BE49-F238E27FC236}">
                <a16:creationId xmlns:a16="http://schemas.microsoft.com/office/drawing/2014/main" id="{2496833C-094A-5E1C-033B-6A9DB6FE1914}"/>
              </a:ext>
            </a:extLst>
          </p:cNvPr>
          <p:cNvSpPr/>
          <p:nvPr/>
        </p:nvSpPr>
        <p:spPr>
          <a:xfrm>
            <a:off x="286603" y="4326340"/>
            <a:ext cx="2524836" cy="208248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Replay </a:t>
            </a:r>
            <a:endParaRPr lang="en-PK" sz="3600" b="1" dirty="0"/>
          </a:p>
        </p:txBody>
      </p:sp>
      <p:sp>
        <p:nvSpPr>
          <p:cNvPr id="4" name="Cloud 3">
            <a:hlinkClick r:id="" action="ppaction://hlinkshowjump?jump=endshow"/>
            <a:extLst>
              <a:ext uri="{FF2B5EF4-FFF2-40B4-BE49-F238E27FC236}">
                <a16:creationId xmlns:a16="http://schemas.microsoft.com/office/drawing/2014/main" id="{6A9876F1-3BF6-44A5-48E6-4C1E8FD0FBFE}"/>
              </a:ext>
            </a:extLst>
          </p:cNvPr>
          <p:cNvSpPr/>
          <p:nvPr/>
        </p:nvSpPr>
        <p:spPr>
          <a:xfrm>
            <a:off x="9380561" y="4326340"/>
            <a:ext cx="2524836" cy="208248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Exit </a:t>
            </a:r>
            <a:endParaRPr lang="en-PK" sz="4400" b="1" dirty="0"/>
          </a:p>
        </p:txBody>
      </p:sp>
    </p:spTree>
    <p:extLst>
      <p:ext uri="{BB962C8B-B14F-4D97-AF65-F5344CB8AC3E}">
        <p14:creationId xmlns:p14="http://schemas.microsoft.com/office/powerpoint/2010/main" val="164883671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77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Taha</dc:creator>
  <cp:lastModifiedBy>Muhammad Taha</cp:lastModifiedBy>
  <cp:revision>7</cp:revision>
  <dcterms:created xsi:type="dcterms:W3CDTF">2025-09-12T07:07:19Z</dcterms:created>
  <dcterms:modified xsi:type="dcterms:W3CDTF">2025-09-23T07:22:39Z</dcterms:modified>
</cp:coreProperties>
</file>